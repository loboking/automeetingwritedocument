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prd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원본 문서 검증 prd: 예약 취소는 사람이 승인한다.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2026-09-14T10:34:48Z</dcterms:created>
  <dcterms:modified xsi:type="dcterms:W3CDTF">2026-09-14T10:34:48Z</dcterms:modified>
</cp:coreProperties>
</file>