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</p:sldIdLst>
  <p:notesMasterIdLst>
    <p:notesMasterId r:id="rId14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notesMaster" Target="notesMasters/notesMaster1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heme" Target="theme/theme1.xml"/><Relationship Id="rId1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디자인팀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회의 원문의 결정과 미정 사항을 구분하고, 선행 화면 목록 정의서의 화면 ID·화면명·경로를 유지했습니다. 수치가 회의에서 확정되지 않은 시각 규격은 구현을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제안값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으로 표시했습니다.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기준 화면 크기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모바일 세로 화면을 기본으로 설계합니다. 태블릿·데스크톱은 앱 화면을 넓은 영역에 배치하는 검토안이며, 별도 웹 제품으로 제공하는 것은 범위에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변경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97775"/>
                <a:gridCol w="1496291"/>
                <a:gridCol w="4937760"/>
                <a:gridCol w="8977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화면·상태·디자인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문서 내 상태 표기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66865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원문에서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기다리는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구체화하기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구성도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선행 화면 목록 정의서의 화면 ID와 화면명, 경로를 유지했습니다. 화면 목록에는 모달·토스트와 주요 화면 상태를 더해 상세 와이어프레임의 누락을 방지했습니다. 우선순위는 제품 일정에 맞춘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문서상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이며, 회의에서 화면별 우선순위가 확정된 것은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구성도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79394"/>
                <a:gridCol w="798990"/>
                <a:gridCol w="1917577"/>
                <a:gridCol w="1677880"/>
                <a:gridCol w="2876365"/>
                <a:gridCol w="4793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/onboarding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/reports/weekly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중립적으로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/food/add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오류·빈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상세·양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/food/:foodId/select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/food/custom/new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음식명·양·영양값·출처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구성도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74785"/>
                <a:gridCol w="1107831"/>
                <a:gridCol w="2294792"/>
                <a:gridCol w="1424354"/>
                <a:gridCol w="2453054"/>
                <a:gridCol w="4747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/records/items/:itemId/edit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/records/:recordId/photo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/settings/profile-goal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설정·변경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켜기·끄기,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/settings/account/delete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modal/date-picker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modal/delete-record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modal/favorites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modal/photo-picker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화면 구성도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19764"/>
                <a:gridCol w="1039528"/>
                <a:gridCol w="2685448"/>
                <a:gridCol w="1299411"/>
                <a:gridCol w="2165684"/>
                <a:gridCol w="5197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경로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modal/delete-account-confirm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modal/analytics-consent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목록·합계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실패·재시도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save-error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notification-permission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범위 충돌 및 우선 적용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기능은 회의 내용에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MVP에서 사진 첨부까지 제외한다는 결정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과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식사당 사진 한 장을 포함한다는 후속 결정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함께 있습니다. 사진 자동 인식은 MVP 필수 기능이 아니라는 점은 일관되지만, 사진 첨부 여부는 일치하지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따라서 이 문서에서는 다음처럼 취급합니다.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사진 자동 인식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MVP 기본 범위에서 제외합니다. 기술 검증 후 별도 결정합니다.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사진 첨부·사진 보기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미정으로 표시합니다. 출시 범위가 확정되기 전에는 핵심 사용자 흐름의 필수 요소로 전제하지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범위 충돌 및 우선 적용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기능이 최종 포함되면 S-108과 M-004의 세부 설계를 적용하되, 식사 기록 저장과 사진 업로드는 분리합니다.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공통 동작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우선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홈의 첫 번째 목적은 오늘 기록 상태를 확인하고 빠르게 기록하는 것입니다.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목표 비강요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목표가 없는 상태에서도 기록과 기본 주간 리포트를 이용할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참고값 안내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칼로리·영양 정보가 실제 섭취량을 정확히 나타낸다고 표현하지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결측값 구분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정보가 없는 상태를 숫자 0으로 바꾸지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기록값 보존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저장 당시 음식 이름과 영양값을 보존해 외부 데이터 변경이 과거 기록에 자동 반영되지 않도록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공통 동작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실패 상태 지원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검색 실패·저장 실패·통신 오류에서도 입력값과 기록 흐름을 보호합니다.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민감 정보 최소화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음식명·칼로리·체중·자유 입력 내용은 제품 분석 이벤트나 오류 기록에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사용자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앱 진입·목표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303" y="1463040"/>
            <a:ext cx="6417394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앱 진입·목표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제공자와 게스트 시작 여부는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없이 시작할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검토와 안전 기준 확인 전 임의로 표시하지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음식 검색·기록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음식 검색·기록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 끼에 여러 음식 항목을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항목은 각각 저장하고, 같은 날짜와 식사 구분의 항목은 합산해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결과가 없거나 검색에 실패해도 직접 입력, 최근 기록, 즐겨찾기로 기록을 이어갈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음식은 영양 정보 없이 저장할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기록 확인·수정·삭제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650" y="1463040"/>
            <a:ext cx="4546699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기록 확인·수정·삭제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수정·삭제는 본인 기록에 한해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후 날짜별 목록과 식사 구분별 합계를 갱신합니다.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생성 시각과 섭취 날짜를 분리하며, 리포트는 섭취 날짜를 기준으로 계산합니다.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3.4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980" y="1463040"/>
            <a:ext cx="5278041" cy="3667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3.4 주간 리포트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완료된 주는 한국 시간 기준 월요일부터 일요일까지입니다.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날은 0으로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평균은 기록이 있는 날을 기준으로 계산하고, 화면에 계산 기준을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비교는 기록이 충분할 때만 보조 정보로 제공하며, 최소 기준은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3.5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137" y="1463040"/>
            <a:ext cx="5849727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3.5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알림은 기본적으로 꺼져 있으며 사용자가 앱 안에서 선택해야 활성화됩니다.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알림은 하루 최대 한 번 보내고, 해당 날짜에 기록이 한 건 이상 있으면 건너뜁니다.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시간은 저녁 8시로 논의됐습니다. 사용자 시간 선택 방식과 기본 시간 적용 방식은 화면 확정 전 확인해야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알림은 MVP 제외 결정이 우선합니다.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문구에 음식명·칼로리·체중을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3.6 계정 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788" y="1463040"/>
            <a:ext cx="6448425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3.6 계정 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계정과 연관된 식사 기록을 삭제하는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삭제 범위, 처리 완료 시점, 백업에서의 삭제 시점은 정책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계정의 자동 삭제는 정책이 확정되기 전까지 구현하지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공통 레이아웃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앱은 iOS·안드로이드용 모바일 앱으로 논의됐습니다. 데스크톱 웹 화면이나 태블릿 전용 화면은 회의에서 확정되지 않았습니다. 아래 태블릿·데스크톱 규격은 별도 제품 범위가 아니라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확장 화면 검토를 위한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모바일 레이아웃: 세로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[시스템 상태 영역]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[뒤로가기]  화면 제목       [동작]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날짜·기간·화면 설명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주요 상태 카드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화면별 주요 콘텐츠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항목·목록·입력 요소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[이전]       [주요 동작]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모바일 레이아웃: 세로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규격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모바일 레이아웃: 세로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08030"/>
                <a:gridCol w="2173857"/>
                <a:gridCol w="43477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시간·기기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뒤로가기,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좌우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16~24px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스크롤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저장·취소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모바일 레이아웃: 세로 화면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앱의 전역 하단 메뉴는 회의에서 확정되지 않았습니다. 홈·주간 리포트·설정의 주요 이동을 하단 메뉴로 둘지, 화면 내부 진입점으로 둘지 디자인 확정이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추가 중에는 전역 메뉴 노출보다 현재 작업 유지와 저장 동작을 우선하는 구성을 제안합니다.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세로 방향을 기준으로 하되 가로 화면 지원 여부는 추정 필요입니다.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태블릿 레이아웃: 768px 이상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[앱 이름] [화면 이동]                    [계정·설정]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[왼쪽 탐색 영역] │ [주요 콘텐츠 영역]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홈               │ 날짜·기록 상태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주간 리포트      │ 식사별 기록 카드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설정             │ 기록 추가 동작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태블릿 레이아웃: 768px 이상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규격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태블릿 레이아웃: 768px 이상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2400300"/>
                <a:gridCol w="42862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왼쪽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220px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홈·리포트·설정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태블릿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너비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960px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지나치게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넓어지지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카드·요약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요소가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지나치게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넓어지지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데스크톱 레이아웃: 1280px 이상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[앱 이름] [홈] [주간 리포트] [설정]                  [계정]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[모바일 화면 비율의 주요 콘텐츠]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태블릿·데스크톱 전용 제품 범위는 확정되지 않음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데스크톱 레이아웃: 1280px 이상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데스크톱용 별도 업무 흐름이나 관리자 화면은 이번 문서에서 정의하지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데스크톱 브라우저에서 이용할 수 있는지, 로그인 계정을 여러 기기에서 동기화할지는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데스크톱 대응이 필요할 경우 모바일 화면을 그대로 확대하기보다 별도 탐색·콘텐츠 폭을 검토해야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상세 와이어프레임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입력·목록 요소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51338"/>
                <a:gridCol w="3689131"/>
                <a:gridCol w="36891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배치·동작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22px,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굵기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700,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짧게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섹션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18px,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굵기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600,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굵기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400,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참고값·계산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기준·출처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출처·부가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텍스트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오류·도움말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취소·나중에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둥근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12~16px,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섹션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입력·목록 요소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99411"/>
                <a:gridCol w="2815389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배치·동작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포커스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색상만으로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배경·보조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입력·목록 요소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크기·간격·글자 규격은 회의에서 확정한 값이 아니라, 초기 시안과 개발 검토를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제안값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기기별 글자 크기 설정과 화면 폭을 확인한 뒤 조정해야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앱을 시작하고, 확정된 인증 방식이나 계정 생성 흐름으로 진입하게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[앱 이름]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식단 기록을 가볍게 시작해요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[확정된 인증 방식 버튼]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[확정된 인증 방식 버튼]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[계정 만들기 또는 로그인]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약관 · 개인정보 안내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로그인에 문제가 있나요?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[문의하기]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3086100"/>
                <a:gridCol w="26289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크기·위치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이름·소개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텍스트·브랜드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짧게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좌우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문의하기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화면에서도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인터랙션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성공 후 온보딩 여부에 따라 S-002 또는 S-003으로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실패 시 현재 화면을 유지하고 오류 원인과 문의 경로를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방식이 확정되지 않은 상태에서 게스트 시작 버튼을 확정 화면처럼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미정 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이메일·애플·구글·게스트 방식의 최종 범위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실패 문구와 재시도 정책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S-001: 앱 시작·인증 진입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연결·병합 방식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데이터의 저장 위치와 앱 삭제 시 처리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목표 설정을 강요하지 않고, 사용자에게 기록 시작 방식을 제공합니다.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[닫기]        시작 방식 1/3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어떤 방식으로 기록할까요?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[식사 습관 확인]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[체중 목표 설정]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[목표 없이 기록]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목표는 나중에 바꿀 수 있어요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[계속]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알림은 나중에 설정할 수 있어요│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54157"/>
                <a:gridCol w="1311965"/>
                <a:gridCol w="2623930"/>
                <a:gridCol w="33395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크기·위치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습관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카드·주요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띄게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문구·선택지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가능함을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인터랙션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없이 시작하면 S-003으로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설정을 선택하면 S-109로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알림을 고르더라도 약관 동의와 별개로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실행 직후 운영체제 알림 권한 창을 띄우지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검토와 안전 기준이 확인되기 전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미정 사항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S-002: 온보딩·목표 선택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온보딩이 실제로 몇 단계인지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유형 선택과 신체 정보 입력의 연결 방식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 목표를 직접 입력할 수 있는지와 안전 기준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오늘 기록 상태를 우선 보여주고, 한 번의 주요 동작으로 기록을 시작하게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오늘 홈                [설정]│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[←]  10월 1일 목요일  [→]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[날짜 선택]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오늘 기록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식사를 한 끼씩 남겨보세요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[기록하기]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아침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기록된 음식 · 합계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추가]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점심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기록된 음식 · 합계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추가]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저녁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기록된 음식 · 합계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추가]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간식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기록된 음식 · 합계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추가]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[영양 정보는 기록한 내용 기준]│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[주간 리포트 보기]           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57288"/>
                <a:gridCol w="1543050"/>
                <a:gridCol w="2185988"/>
                <a:gridCol w="33432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크기·위치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제목·설정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56px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이전·다음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돌아오기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달성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접이식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묶어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상태보다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참고값·기록된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카드·링크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상태별 표시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목표 없음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칼로리 게이지와 목표 대비 수치를 숨깁니다.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기록 없음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0칼로리 대신 부담을 주지 않는 안내와 기록하기 동작을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영양 정보 없음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음식 기록은 목록에 남기고, 영양 합계에는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과거 날짜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선택 날짜의 기록을 보여주고 오늘로 이동할 수 있게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미래 날짜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기록 추가를 제한합니다.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날짜 변경 후 복귀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날짜가 바뀐 경우 화면 데이터를 새로고침합니다.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S-003: 오늘 홈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인터랙션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구분의 추가 버튼은 현재 날짜와 구분값을 S-101에 전달합니다.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항목을 누르면 S-106으로 이동합니다.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같은 식사 구분의 여러 항목은 별도 식사 묶음 없이 합산합니다.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현재 시간에 따른 식사 구분은 추천만 하며, 저장 전 사용자가 변경할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완료된 주의 기록 지속성과 기록한 날의 영양 정보를 평가 없이 보여줍니다.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주간 리포트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지난주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9월 21일 - 9월 27일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7일 중 4일 기록했어요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[기록일 표시  ● ● ○ ● ○ ● ○]│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기록한 날 기준 평균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칼로리      참고값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탄수화물   단백질   지방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참고값     참고값   참고값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기록 패턴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가장 자주 기록한 식사 구분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[단순 막대 또는 문장 요약]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일부 음식 정보가 없어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영양소별 합계가 다를 수 있어요│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[기록된 내용 기준]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 추가]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75008"/>
                <a:gridCol w="927279"/>
                <a:gridCol w="2202287"/>
                <a:gridCol w="38250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크기·위치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제목·기간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먼저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막대·기호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방식으로도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나타내지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탄수화물·단백질·지방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문장·단순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관찰형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숨김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가까운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S-003으로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표시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평균의 기준은 “기록한 날 기준”이라고 명시합니다.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영양값이 없는 음식은 0으로 계산하지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영양소마다 입력 여부가 다를 수 있으므로 각각 별도로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건강 점수, 좋음·나쁨, 실패·달성 평가 문구는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없는 사용자에게 목표선이나 목표 대비 수치를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비교의 최소 기록 조건은 미정이며, 조건이 정해지기 전에는 비교 기능을 고정하지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5.5 S-004: 주간 리포트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리포트는 화면을 열 때 기록 당시 영양값으로 계산합니다. 수정·삭제 후 다시 열면 갱신합니다.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   설정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계정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프로필·목표 설정          &gt;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 알림 설정            &gt;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개인정보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개인정보·동의 관리        &gt;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계정 삭제                 &gt;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도움말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문의·음식 오류 신고        &gt;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이용약관 · 개인정보 안내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5.6 S-005: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각 메뉴는 전체 화면 이동으로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설정 항목은 사용자 계정별로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광고·결제·건강 플랫폼 연동 메뉴는 MVP에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동의와 알림 설정은 각각 별도 항목으로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목적</a:t>
            </a:r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검색·최근 기록·즐겨찾기·직접 입력으로 음식 추가를 시작하게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 음식 추가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10월 1일 · 점심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[검색창: 음식 이름 검색]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[검색] [최근 기록] [즐겨찾기]│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최근 기록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· 양 · 참고 정보  &gt;│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· 양 · 참고 정보  &gt;│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[직접 입력]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[즐겨찾기 관리]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60786"/>
                <a:gridCol w="1135117"/>
                <a:gridCol w="2554014"/>
                <a:gridCol w="29796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크기·위치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100%,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검색·최근·즐겨찾기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탭은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양·구분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S-104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M-003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5.7 S-101: 음식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미정 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기록을 기본 화면으로 할지 검색을 기본 화면으로 할지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인기 메뉴는 초기 화면에 제공하지 않는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최소 글자 수와 요청 대기 시간은 회의 중 상충하는 안이 있어 최종 확인이 필요합니다. 후반부에는 한 글자 검색 허용과 약 350밀리초 대기 방안이 제시됐으나, 공급자 계약 확인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음식 검색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[음식 이름 입력        [지움]]│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검색 결과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음식 이름        [브랜드]│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기준 제공량 · 참고 칼로리│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출처 확인 가능          &gt;│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음식 이름   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제공량 정보 없음 · 참고값│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원하는 음식이 없나요?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[직접 입력]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상태별 와이어프레임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검색 결과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찾는 음식이 없어요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직접 입력해 기록할 수 있어요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[직접 입력] [다시 검색]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검색 오류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음식을 불러오지 못했어요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검색어를 유지했어요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[다시 시도] [직접 입력]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검색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[검색어 입력 유지]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[결과 영역 진행 표시]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요소·동작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결과에는 음식 이름, 브랜드 구분, 제공 데이터가 있을 때 기준 제공량, 칼로리 참고값을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결과를 자동 선택하거나 자동 저장하지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출처는 계약상 표시 의무를 확인해 표시 위치를 확정합니다. 사용자가 상세에서 확인할 수 있는 구성을 제안합니다.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제공량·출처가 없는 항목에 임의의 기본 단위를 만들지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검색어는 외부 식품 데이터 업체에 전달될 수 있습니다. 처리 조건은 공급자 계약과 개인정보 안내에서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자체와 음식명은 제품 분석 이벤트에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5.8 S-102: 음식 검색 결과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검색 요청에 사용자 식별 정보·기록 날짜·식사 기록을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회의에서 제시된 검색 응답 2초 목표와 3초 이상 무응답 시 재시도 안내는 제안 수준입니다. 실제 목표와 상태 전환 시점은 공급자 검증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음식 확인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           [즐겨찾기]│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브랜드 또는 데이터 유형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기준 제공량: 제공 시 표시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예상·참고 칼로리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탄수화물 · 단백질 · 지방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[출처 확인]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양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[−]        1.0배       [+]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기준 제공량 기준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구분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[아침] [점심] [저녁] [간식]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 저장]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 상세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316736"/>
                <a:gridCol w="5925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요약·상세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칼로리·단백질을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탄수화물·지방은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아침·점심·저녁·간식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인터랙션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배수 조절값은 기록한 영양값 계산에 반영합니다.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그램 환산과 자유 형식 단위 입력은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현재 시간에 따른 식사 구분은 추천만 하며, 저장 전 변경할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항목을 저장한 후 같은 식사 구분에 다른 항목을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시 화면을 닫지 않고 입력값을 유지합니다.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영양 정보 누락 상태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5.9 S-103: 음식 상세·양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영양 정보 없음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영양값을 몰라도 기록할 수 있어요│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[양·식사 구분 선택]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 저장]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직접 음식 입력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*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[예: 밥 반 공기]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양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[−]       1회분         [+]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영양 정보는 선택 입력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칼로리          [선택 입력]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탄수화물        [선택 입력]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단백질          [선택 입력]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지방            [선택 입력]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비워둔 정보는 합계에서 제외돼요│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구분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[아침] [점심] [저녁] [간식]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 저장]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요소·동작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이름은 필수입니다.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정보는 선택이며, 아무 값도 입력하지 않아도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입력의 기본 양은 1회분입니다.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빈 값은 실제 값 0과 구분해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빈 영양값은 해당 영양소 합계 계산에서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입력 음식은 기본적으로 해당 사용자에게만 노출합니다.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5.10 S-104: 직접 음식 입력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다른 사용자에게 공개하거나 공용 음식 데이터에 올리려면 별도 동의를 받는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메모 입력은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입력 필드에서 잘못된 값이 발견되면 해당 필드 바로 아래에 한국어 안내를 표시합니다. 수치의 유효 범위와 소수점 정책은 추정 필요입니다.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날짜별 기록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[←]  10월 1일 목요일 [날짜]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[오늘로]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아침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음식명 · 양 · 영양 정보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음식명 · 양 · 영양 정보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구분 합계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음식 추가]│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점심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 없음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음식 추가]│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저녁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음식 추가]│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간식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[+ 음식 추가]│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요소·동작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제목을 눌러 M-001을 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날짜를 선택해 기록을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날짜는 선택·기록할 수 없습니다.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화면의 빠른 날짜 이동 범위와 더 오래된 날짜로 이동하는 방법은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구분은 0으로 표시하지 않고 빈 상태로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항목을 누르면 S-106으로 이동합니다.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5.11 S-105: 날짜별 기록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구분별 추가 동작은 선택 날짜와 식사 구분을 S-101에 전달합니다.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기록 상세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 당시 음식 이름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섭취 날짜·시간 · 식사 구분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양 · 기준 제공량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 당시 영양 정보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칼로리 · 탄수화물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단백질 · 지방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데이터 출처 확인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[수정]             [삭제]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5.12 S-106: 기록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당시 음식명과 영양값을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마스터의 최신 값으로 과거 기록을 자동 갱신하지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기능이 최종 포함된 경우에만 사진 보기 동작을 노출합니다.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삭제는 M-002로 확인한 뒤 진행합니다.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운영자가 사용자의 기록을 임의로 열람하는 기능은 화면에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[취소]        기록 수정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[기록된 이름]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양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[−]       1.0배         [+]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식사 구분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[아침] [점심] [저녁] [간식]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섭취 날짜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[날짜 선택]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섭취 시간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[시간 선택 또는 미입력]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[삭제]              [저장]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5.13 S-107: 기록 수정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이름 편집 가능 여부는 데이터 구조 및 화면 범위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양, 식사 구분, 섭취 날짜·시간을 수정할 수 있도록 설계합니다.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수정 후 리포트는 섭취 날짜를 기준으로 다시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날짜는 저장할 수 없습니다.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당시 영양값은 외부 음식 데이터의 최신 정보로 바꾸지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 실패 시 입력값을 보존하고 재시도를 제공합니다.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— 범위 미정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화면은 사진 첨부의 MVP 포함 여부가 확정된 뒤에만 설계·구현 대상으로 전환합니다.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— 범위 미정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[닫기]       식사 사진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[선택한 사진 표시]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기록에 연결된 보조 사진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[사진 삭제]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— 범위 미정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포함 결정 시 필요한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식사당 한 장 제한과 파일 크기 제한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저장소·접근 권한·만료 방식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EXIF 정보 제거 방법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삭제와 계정 삭제 연계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업로드 실패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사진을 외부 분석 서비스에 보내지 않는 원칙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5.14 S-108: 식사 사진 보기 — 범위 미정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자동 분석은 이 화면의 기본 동작에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프로필·목표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시작 방식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[식사 습관 확인]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[체중 목표 설정]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[목표 없이 기록]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목표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칼로리 목표 [조건부 입력]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프로필 정보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키          [선택 입력]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체중        [선택 입력]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나이 정보   [선택 입력]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성별 정보   [정책 확인 후]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입력 이유·수정·삭제 안내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[저장]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5.15 S-109: 프로필·목표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없이 기록하는 선택지를 항상 사용할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신체 정보는 필수 입력으로 강제하지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키·체중·나이·성별의 수집 여부와 필수 여부는 추가 검토 대상입니다.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 전 수치를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수치의 직접 입력 여부와 안전하지 않은 목표의 차단 기준은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변경은 유효 시작일·종료일을 기록하고, 식사 날짜 당시 유효한 목표를 비교에 적용합니다.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알림 설정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 알림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 받기             [꺼짐]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 시간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[오후 8:00        시간 선택]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권한 상태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운영체제 알림 허용 상태 안내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[운영체제 설정으로 이동]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 내용에는 개인 기록이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표시되지 않아요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5.16 S-110: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기본값은 꺼짐입니다.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저녁 8시는 회의에서 기본 시간으로 제안됐으나, 최종 설정 규칙과 사용자 변경 범위는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설정과 운영체제 권한 상태를 별도로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운영체제 권한이 거부되면 앱 내에서 알림이 켜진 것으로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알림을 꺼도 앱의 기록·리포트 사용은 제한하지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MVP에는 기록 알림만 둡니다. 주간 리포트 알림은 제외하는 방향입니다.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개인정보·동의 관리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이용약관            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개인정보 처리 안내  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외부 검색어 처리 안내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제품 분석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선택 동의             [꺼짐]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거부해도 앱을 사용할 수 있어요│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알림 설정          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계정 삭제          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문의                     &gt;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5.17 S-111: 개인정보·동의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이용약관, 개인정보 처리 안내, 알림 선택을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선택적 제품 분석에 동의하지 않아도 핵심 기능을 정상 이용할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이벤트에 음식명·칼로리·체중·자유 입력 내용을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검색 공급자의 검색어 처리·보관 조건과 국외 처리 여부를 확인한 뒤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서비스 보안·장애 대응 로그와 제품 분석 자료는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계정 삭제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삭제되는 정보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계정과 연관된 식사 기록 등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삭제 처리·백업 안내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[정책 확정 후 표시]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[삭제 요청 계속]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[취소]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5.18 S-112: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안에서 삭제 요청을 시작할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요청 시 계정과 연관된 기록을 삭제하는 것을 기본으로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기능이 포함될 경우 연관 사진도 삭제 대상 범위에 포함할지 명시해야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처리 시간, 백업 보존 기간, 법적 보관 의무는 확정 전 임의로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계정을 유지하면서 전체 기록만 초기화하는 기능은 MVP 필수 범위가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[뒤로]        문의하기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앱 이용 문의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[문의 경로 열기]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정보 오류 신고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선택한 음식 정보가 포함된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신고 경로를 엽니다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[오류 신고]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오류 코드·기록 식별값은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필요한 경우 직접 첨부합니다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5.19 S-113: 문의·음식 오류 신고 안내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문의 주소 또는 실제 문의 경로는 추정 필요입니다.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로그인 실패 화면에서도 문의 경로를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오류 신고에 음식 식별 정보를 미리 채우는 방안을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자유 의견은 선택 입력으로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신고 운영 주기는 회의에서 주 2회 확인안이 제시됐으나, 담당자·운영 방식의 확정 여부는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음식명이나 자유 메모가 진단 기록에 자동 첨부되지 않도록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5.20 모달·공통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M-001 날짜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날짜 선택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[운영체제 날짜 선택기]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[취소]              [선택]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M-001 날짜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날짜는 선택할 수 없도록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기록 입력 범위는 제한하지 않는 방향이 논의됐습니다.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날짜 탐색 범위와 운영체제 날짜 선택기 사용 여부는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M-002 기록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기록을 삭제할까요?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삭제한 기록은 목록과 합계에서│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제외됩니다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[취소]              [삭제]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M-002 기록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동작은 취소와 시각적으로 구분하되 색상만으로 표현하지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후 홈·날짜별 목록·리포트 집계를 갱신합니다.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M-003 즐겨찾기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즐겨찾기              [닫기]│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            [해제]│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             [해제]│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검색·최근 기록에서 추가 가능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M-003 즐겨찾기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 음식과 공통 음식 모두 즐겨찾기할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다른 사용자의 즐겨찾기 정보는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표시 형식과 별도 화면·모달 여부는 제안입니다.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M-004 사진 선택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첨부가 MVP에 포함되는 경우에만 적용합니다. 식사 기록 저장 후 별도로 사진을 선택하며, 사진 업로드가 식사 기록 저장을 막지 않도록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M-005 계정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계정과 기록을 삭제할까요?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삭제 범위와 처리 시점은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정책에 따라 안내합니다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[취소]       [삭제 요청]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M-005 계정 삭제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대상과 처리 시점은 정책 확정 후 정확하게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본인 확인 방식은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M-006 제품 분석 동의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제품 분석 자료를 보낼까요?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음식 이름과 칼로리는 보내지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않으며, 거부해도 앱 기능은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동일하게 이용할 수 있어요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[동의 안 함]        [동의]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M-006 제품 분석 동의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문구와 동의 방식은 개인정보 담당 검토 후 확정합니다.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동의를 거부해도 식단 기록·조회 기능은 제한하지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T-001~T-003 저장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9377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문구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목록·합계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“저장되지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않았어요.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주세요.”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검색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75657"/>
                <a:gridCol w="70539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문구·동작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“찾는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있어요.”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“음식을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불러오지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못했어요.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유지했어요.”와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걸림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디자인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색상·글자·간격·모서리 수치는 회의에서 정하지 않았습니다. 화면 시안을 제작하고 구현을 검토하기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초기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이며, 접근성 검증과 브랜드 검토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색상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851660"/>
                <a:gridCol w="39090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색상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#35685A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색상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#DCEBE5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#FFFFFF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#F5F7F5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#202822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제목·본문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#68736D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설명·계산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#DCE2DD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#26734D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#956100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#B42318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#A82D27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색상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초과·미달을 빨강·초록으로 평가하지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상태를 색만으로 표현하지 않고 문구·아이콘·도형을 함께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글자·배경 대비는 구현 전에 접근성 검사로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색상은 브랜드 방향이 확정되면 교체할 수 있도록 의미별 토큰으로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글자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4384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굵기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행간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22px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표·출처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22px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글자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글꼴은 기기 기본 글꼴을 우선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시스템 글자 크기를 높였을 때 주요 버튼·기록 항목이 겹치거나 잘리지 않아야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작은 글자만으로 필수 출처·주의 내용을 전달하지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간격·형태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14575"/>
                <a:gridCol w="1543050"/>
                <a:gridCol w="4371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항목·카드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24px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32px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좌우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카드·선택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검색창·입력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버튼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49569"/>
                <a:gridCol w="1740877"/>
                <a:gridCol w="3323492"/>
                <a:gridCol w="22156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크기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기록하기·저장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맞춤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기본·눌림·비활성·저장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취소·나중에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기본·눌림·비활성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확인·문의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기본·눌림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파괴적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버튼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모바일 앱에서는 웹의 마우스 호버 상태를 필수로 설계하지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눌림 상태는 배경·테두리·촉각 반응 중 가능한 수단을 조합하되 색 변화만으로 의존하지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비활성 상태는 비활성 이유를 사용자가 이해할 수 있도록 필요에 따라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중에는 반복 입력을 막고 “저장하고 있어요.” 상태를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6.5 입력 필드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30861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표현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강조와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테두리·오류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가까이에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배경과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실패·통신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6.6 카드·목록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홈의 식사 구분은 구분별 카드 또는 접이식 목록으로 표현합니다.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목록은 음식 이름을 먼저, 양·영양 정보는 보조로 배치합니다.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항목은 “정보 없음” 상태를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리포트의 기록 없음은 빈칸·점선 등으로 나타내며 0으로 보이는 막대를 그리지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카드 그림자는 최소화하고 테두리·배경색·간격으로 구획을 구분하는 방향을 제안합니다.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6.7 아이콘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아이콘 그림체와 라이브러리는 미정입니다. 앱의 다른 화면과 일관된 단색 아이콘을 사용하고, 아이콘만으로 주요 동작을 전달하지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6.7 아이콘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99411"/>
                <a:gridCol w="2165684"/>
                <a:gridCol w="47645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아이콘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뒤로가기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추가·해제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아이콘과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이전·다음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반응형·플랫폼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화면 너비별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7706"/>
                <a:gridCol w="1847461"/>
                <a:gridCol w="53744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너비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640px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640~767px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태블릿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768~1279px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왼쪽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나누는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1280px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데스크톱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화면 너비별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이는 웹 화면의 요구사항이 아니라 다양한 기기 크기를 검토하기 위한 구간 제안입니다. 실제 모바일 앱의 크기 처리 방식은 iOS·안드로이드 기기 시험 후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주요 화면별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43608"/>
                <a:gridCol w="3359020"/>
                <a:gridCol w="35269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모바일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태블릿·큰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왼쪽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왼쪽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대화상자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대화상자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콘텐츠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너비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카드·단순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주요 화면별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운영체제 기본 입력 도구를 사용할지 앱 안에서 공통 화면을 만들지는 개발 검토가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가로 화면 지원 여부는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표 형식보다 카드·목록 형식을 우선해 작은 화면에서 가로 스크롤을 줄입니다.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기기별 검증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안드로이드 기기 두 종류, 아이폰 기기 두 종류 이상을 확보하는 제안이 있었습니다. 실제 확보 여부와 지원 운영체제 버전은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검증 항목은 다음과 같습니다.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주요 기록 경로에서 화면 요소가 겹치거나 잘리지 않는지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시스템 글자 크기를 높여도 제목·버튼·영양 정보가 읽히는지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버튼에 읽을 수 있는 이름이 제공되는지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색상만으로 저장·오류·기록 상태를 구분하지 않는지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키보드가 열린 상태에서도 저장·취소 동작에 접근할 수 있는지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기기별 검증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선택과 알림 권한이 iOS·안드로이드에서 예상대로 동작하는지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실패·네트워크 중단 때 입력 내용이 유지되는지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검색 오류가 명확히 구분되는지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선행 화면 목록 정의서의 주요 화면 ID·화면명·경로를 유지함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인증, 온보딩, 홈, 음식 추가, 검색, 직접 입력, 기록 상세·수정·삭제, 리포트, 설정 화면을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화면별 목적·레이아웃·주요 요소·인터랙션·상태를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저장 중·성공·실패, 검색 중·결과 없음·오류, 영양 정보 없음 상태를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목표 없는 사용자, 기록 없는 날짜, 정보 누락을 각각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기록 당시 음식명·영양값 스냅샷 원칙을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개인정보·알림·분석 동의를 분리해 반영함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모바일 우선 레이아웃과 태블릿·큰 화면 검토안을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회의에서 확정되지 않은 크기·색상·글자 규격을 제안값으로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제공자와 게스트 시작·계정 병합 방식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 데이터 공급처·출처 표시·검색어 처리 조건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 최소 입력 길이·요청 대기 시간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목표 입력 허용 범위와 안전 기준 전문가 검토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첨부가 MVP에 포함되는지 상충 내용을 정리해 최종 결정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알림 시간 선택 방식과 기본 시간 적용 규칙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주간 리포트의 비교 최소 기록 기준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날짜 탐색 범위와 과거 날짜 선택 동작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운영체제 버전과 기기별 시험 범위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내 메뉴 구성과 화면별 하단 동작 방식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 삭제 처리 시간·백업 삭제 시점·데이터 보유 정책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141</Slides>
  <Notes>141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2026-10-06T12:40:00Z</dcterms:created>
  <dcterms:modified xsi:type="dcterms:W3CDTF">2026-10-06T12:40:00Z</dcterms:modified>
</cp:coreProperties>
</file>