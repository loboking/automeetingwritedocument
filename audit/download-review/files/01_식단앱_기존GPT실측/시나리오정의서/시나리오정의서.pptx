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</p:sldIdLst>
  <p:notesMasterIdLst>
    <p:notesMasterId r:id="rId9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MeetingAutoDocs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1. 문서 정보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 버전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v1.0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작성일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2026-10-01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작성자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기획팀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 상태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검토 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2026-10-01 킥오프 회의 원문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추정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스토리 포인트는 회의에서 합의된 수치가 아니므로 초기 계획 수립을 위한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제안값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 인증·식품 데이터 공급처·사진 첨부의 구현 범위가 확정되면 다시 산정해야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변경 이력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148316"/>
                <a:gridCol w="1913860"/>
                <a:gridCol w="4019107"/>
                <a:gridCol w="11483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버전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날짜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작성자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v1.0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2026-10-01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킥오프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바탕으로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기획팀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문서 해석 및 범위 주의사항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확정 방향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식사 기록과 기록 기반 주간 리포트를 중심으로 하고, iOS와 안드로이드를 함께 출시하는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미확정 항목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로그인 제공자 조합, 음식 데이터 공급처, 자동 칼로리 목표의 전문가 검토, 지원 OS 최소 버전, 사진 첨부의 최종 포함 여부와 세부 구현 범위입니다.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문서 해석 및 범위 주의사항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회의 중 사진 첨부는 제외 의견과 식사당 한 장을 포함하자는 의견이 모두 나왔습니다. 후반부 정리에서는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식사당 사진 한 장 첨부를 포함하되, 기본 기록과 검색을 우선하고 여건이 될 때 5주 차까지 통합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하는 안이 제시됐습니다. 따라서 이 문서에서는 사진 첨부를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조건부 범위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로 표시합니다. 자동 사진 인식은 출시 필수 범위가 아닙니다.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문서 해석 및 범위 주의사항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알림에 대해서도 주간 리포트 알림을 제외한다는 정리와 사용자가 선택할 경우 제공할 수 있다는 논의가 모두 있습니다. 킥오프의 최종 범위 정리에서는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사용자 선택형 매일 기록 알림만 포함하고 주간 리포트 알림은 제외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하는 방향이 제시됐으므로 이를 기준으로 작성했습니다.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회의에서는 8주 차를 출시 후보 주간으로 두고, 스토어 심사 변수를 고려해 공개일을 베타 결과와 심사 통과 후 확정하기로 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사용자 페르소나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아래 페르소나는 회의에서 확인된 사용자 특성과 문제를 바탕으로 작성했습니다. 나이, 직업, 거주지 등 회의에서 확인되지 않은 인구통계 정보는 임의로 특정하지 않았습니다.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페르소나 1: 기록을 자주 중단하는 체중 관리 사용자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6172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경험이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연령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직업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기술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수준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체중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먹은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이어가기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동기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복잡한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상담보다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먼저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꾸준히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찾고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싶음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불편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각각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과정이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번거로움.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며칠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경험이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항목·즐겨찾기·직접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빠른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수정·삭제,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것을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일일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흐름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먹은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인용구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“먹은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적다가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귀찮아서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포기하지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싶어요.”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(회의에서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언급된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문제를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바탕으로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정리)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페르소나 1: 기록을 자주 중단하는 체중 관리 사용자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대표 사용자 스토리 예시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검색 결과가 없더라도 음식 이름만으로 기록하고 싶다.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자주 먹는 음식을 다시 검색하지 않고 빠르게 기록하고 싶다.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기록하지 못한 날을 실패로 느끼지 않고, 기록된 내용만 확인하고 싶다.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페르소나 2: 영양 정보의 한계를 알고 싶은 신중한 사용자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6172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신뢰성을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중요하게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여기는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연령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직업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기술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수준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참고하되,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섭취량과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이해하고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동기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돌아보고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파악하고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싶지만,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부정확한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확정값처럼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받아들이고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싶지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불편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이름만으로는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조리법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반영하기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어려움.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구분하기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어려움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참고값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체중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것을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우려할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일일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흐름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인용구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“숫자는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참고하되,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섭취량인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것처럼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보이지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않았으면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좋겠어요.”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(회의의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관련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논의를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바탕으로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정리)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페르소나 2: 영양 정보의 한계를 알고 싶은 신중한 사용자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대표 사용자 스토리 예시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 정보가 없는 음식도 기록 자체는 저장하고 싶다.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기록한 영양값의 출처와 기준을 확인하고 싶다.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주간 리포트에서 기록이 없는 날과 영양 정보가 부족한 날을 구분하고 싶다.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페르소나 3: 목표 없이 기록부터 시작하려는 사용자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6172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속성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기록부터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시작하려는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연령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직업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기술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수준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확인부터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동기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많은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싶음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불편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키·체중·나이·성별을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입력해야만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포기할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시작하기,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사항임을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명확히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알리는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산출에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않기를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일일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흐름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인용구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“목표를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먼저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있었으면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좋겠어요.”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(회의의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논의를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바탕으로 </a:t>
                      </a:r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F2937"/>
                          </a:solidFill>
                        </a:rPr>
                        <a:t>정리)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페르소나 3: 목표 없이 기록부터 시작하려는 사용자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대표 사용자 스토리 예시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목표를 설정하지 않아도 식사 기록을 시작하고 싶다.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칼로리 목표가 없을 때 칼로리 목표 게이지를 보지 않고 싶다.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설정 여부와 관계없이 주간 기록 패턴을 확인하고 싶다.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 에픽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에픽 목록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31092"/>
                <a:gridCol w="2669059"/>
                <a:gridCol w="2298357"/>
                <a:gridCol w="16310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에픽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가치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관련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스토리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에픽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1: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시작과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인증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진입하도록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이탈을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줄임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에픽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2: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선택과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강요하지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압박을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줄이고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행동을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중심에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US-002,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에픽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3: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찾기와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생성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검색·최근·즐겨찾기·직접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낮추고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시에도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이어감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US-004,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US-005,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에픽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4: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조회와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수정·삭제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바로잡고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에픽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5: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나중에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남김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에픽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6: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자신의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에픽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7: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선택형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상기하되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에픽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8: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개인정보와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통제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US-011,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에픽별 스토리 요약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스토리 포인트는 피보나치 수열을 참고한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제안 추정치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 팀의 개발 환경과 인증·공급자 결정 후 다시 산정해야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에픽별 스토리 요약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324027"/>
                <a:gridCol w="976393"/>
                <a:gridCol w="976393"/>
                <a:gridCol w="19527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스토리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우선순위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스토리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포인트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의존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스토리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US-001: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US-002: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US-003: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US-004: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US-005: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US-004,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US-006: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US-007: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조회·수정·삭제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US-008: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P2,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US-009: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US-010: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US-011: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비수집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에픽별 스토리 요약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037162"/>
                <a:gridCol w="931653"/>
                <a:gridCol w="1086928"/>
                <a:gridCol w="2173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스토리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우선순위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스토리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포인트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의존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스토리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US-012: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에픽별 스토리 요약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 기준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P0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핵심 기록·조회 흐름 또는 개인정보 신뢰를 위해 출시 후보 빌드에 필요한 기능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P1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핵심 흐름을 보완하지만 일부 범위 조정이 가능한 기능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P2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핵심 기록 기능과 일정에 영향이 없을 때 포함을 검토하는 기능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 사용자 스토리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에픽 1: 앱 시작과 선택적 인증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US-001: 앱 시작 및 인증 방식에 따른 진입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사용자로서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내가 선택한 인증 방식으로 앱을 시작하고 싶다.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그래서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첫 기록 전에 불필요한 가입 부담을 줄이고 내 기록을 관리할 수 있다."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회의 근거 및 상태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iOS와 안드로이드 동시 출시 및 React Native 개발 방향은 회의에서 제시됐습니다.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이메일·Apple·Google 인증을 우선 검토하고 Kakao 인증은 1차 우선순위에서 제외하는 안이 나왔습니다.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US-001: 앱 시작 및 인증 방식에 따른 진입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게스트 시작과 로그인 뒤 데이터 연결 방식은 미확정입니다. 인증 제공자 범위는 다음 주 화요일까지 동결하는 것을 목표로 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따라서 이 스토리는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인증 방식 확정에 따라 세부 인수 조건을 조정해야 하는 항목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인수 조건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US-001: 앱 시작 및 인증 방식에 따른 진입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79394"/>
                <a:gridCol w="2636668"/>
                <a:gridCol w="2237173"/>
                <a:gridCol w="287636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주어진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실행했을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실행하고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확정하려고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요구사항으로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실패했을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받으면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비밀값을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시도할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제공한다.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동안에는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간주하지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US-001: 앱 시작 및 인증 방식에 따른 진입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 포인트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8 </a:t>
            </a:r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4B5563"/>
                </a:solidFill>
              </a:rPr>
              <a:t>(제안)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선행 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없음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관련 미결정 사항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인증 제공자 조합, 게스트 계정의 저장 위치, 계정 연결 및 데이터 병합 방식, 로그인 실패 지원 경로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에픽 2: 목표 선택과 오늘 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US-002: 목표 없이 시작하거나 선택적으로 목표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식사를 기록하려는 사용자로서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목표를 설정하지 않고 앱을 시작하거나 원할 때 목표를 선택하고 싶다.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그래서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신체 정보를 제공하거나 목표를 정해야 하는 부담 없이 먼저 기록을 시작할 수 있다."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인수 조건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US-002: 목표 없이 시작하거나 선택적으로 목표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25294"/>
                <a:gridCol w="3151762"/>
                <a:gridCol w="1400783"/>
                <a:gridCol w="315176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주어진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실행했을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‘목표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기록’을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싶을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건너뛰기를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가능하다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전문가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않았을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임의의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정해진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않았을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키·체중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쓰이는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수정·삭제할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않았을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목표선이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US-002: 목표 없이 시작하거나 선택적으로 목표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 포인트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5 </a:t>
            </a:r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4B5563"/>
                </a:solidFill>
              </a:rPr>
              <a:t>(제안)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선행 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US-001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관련 미결정 사항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자동 목표 안전 기준, 칼로리 목표 직접 입력 허용 여부, 낮은 목표를 제한하는 기준, 성별 등 신체 정보의 선택 여부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US-003: 오늘의 기록 상태와 식사별 합계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식단을 기록하는 사용자로서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오늘의 기록 상태와 식사별로 저장한 항목을 먼저 확인하고 싶다.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그래서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칼로리 목표에 대한 압박보다 실제 기록을 쉽게 이어갈 수 있다."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인수 조건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US-003: 오늘의 기록 상태와 식사별 합계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80913"/>
                <a:gridCol w="2807746"/>
                <a:gridCol w="1355464"/>
                <a:gridCol w="348547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주어진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실행했을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불러오면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아침·점심·저녁·간식별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보여준다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않았으면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게이지와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잔여량을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기록했으면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포함됐으면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간주하지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백그라운드에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있다가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열리면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갱신되면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새로운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US-003: 오늘의 기록 상태와 식사별 합계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 포인트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5 </a:t>
            </a:r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4B5563"/>
                </a:solidFill>
              </a:rPr>
              <a:t>(제안)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선행 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US-001, US-006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관련 미결정 사항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홈에서 노출할 영양 정보의 세부 위계와 기록 수 요약 방식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에픽 3: 음식 찾기와 기록 생성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US-004: 음식 검색 및 결과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음식을 기록하려는 사용자로서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음식 이름을 검색해 적절한 항목과 참고 영양 정보를 확인하고 싶다.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그래서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직접 모든 수치를 입력하지 않고도 기록을 빠르게 남길 수 있다."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인수 조건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US-004: 음식 검색 및 결과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617220"/>
                <a:gridCol w="2160270"/>
                <a:gridCol w="1748790"/>
                <a:gridCol w="3703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주어진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실행했을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후반부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멈춘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350밀리초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새로운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이어지면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글자마다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즉시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보내지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디바운스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규칙을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모델로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변환해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섭취량의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아니라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참고값임을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선택하려고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임의의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만들지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호출이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이어갈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속성에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유무만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US-004: 음식 검색 및 결과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 포인트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8 </a:t>
            </a:r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4B5563"/>
                </a:solidFill>
              </a:rPr>
              <a:t>(제안)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선행 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US-001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관련 미결정 사항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식품 데이터 공급자, 계약·라이선스·캐시 보관 조건, 최소 검색 길이의 최종값, 응답 목표 수치, 검색 동의어 범위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US-005: 최근 음식과 즐겨찾기로 반복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같은 음식을 반복해서 먹는 사용자로서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최근 기록한 음식과 즐겨찾기한 음식을 다시 불러오고 싶다.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그래서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반복해서 검색하고 선택하는 수고를 줄일 수 있다."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인수 조건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US-005: 최근 음식과 즐겨찾기로 반복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80913"/>
                <a:gridCol w="2904565"/>
                <a:gridCol w="1258645"/>
                <a:gridCol w="348547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주어진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실행했을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종류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아니라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새로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스냅샷을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제거하면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제거를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목록에서만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제거되며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US-005: 최근 음식과 즐겨찾기로 반복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 포인트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5 </a:t>
            </a:r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4B5563"/>
                </a:solidFill>
              </a:rPr>
              <a:t>(제안)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선행 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US-004, US-006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관련 미결정 사항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최근 기록 노출 개수, 최근 항목 정렬 기준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US-006: 직접 입력 및 영양 정보 선택 입력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검색 결과가 없거나 영양 정보를 모르는 사용자로서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음식 이름만으로도 기록을 저장하고 영양 정보는 알고 있을 때만 입력하고 싶다.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그래서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음식 데이터의 부족이나 영양 지식의 부족 때문에 기록을 포기하지 않는다."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인수 조건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US-006: 직접 입력 및 영양 정보 선택 입력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30942"/>
                <a:gridCol w="2123768"/>
                <a:gridCol w="2389239"/>
                <a:gridCol w="31856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주어진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실행했을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받고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칼로리·탄수화물·단백질·지방을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남긴다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않았으면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숫자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취급하고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사용자에게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보여주고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조정할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1회분으로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그램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환산이나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형식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보여주며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개수에는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있어요”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US-006: 직접 입력 및 영양 정보 선택 입력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 포인트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8 </a:t>
            </a:r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4B5563"/>
                </a:solidFill>
              </a:rPr>
              <a:t>(제안)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선행 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US-001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관련 미결정 사항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양 배수 선택 방식과 소수점 입력 범위, 영양 정보 직접 입력의 세부 유효성 기준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에픽 4: 기록 조회와 관리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US-007: 날짜별 기록 조회·수정·삭제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식사 기록을 관리하는 사용자로서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실제 섭취 날짜와 식사 구분별 기록을 확인하고 잘못된 항목을 수정하거나 삭제하고 싶다.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그래서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기록을 나중에 입력하더라도 실제 먹은 날짜 기준으로 확인할 수 있다."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인수 조건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US-007: 날짜별 기록 조회·수정·삭제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09047"/>
                <a:gridCol w="2545237"/>
                <a:gridCol w="2121031"/>
                <a:gridCol w="305428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주어진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실행했을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보여준다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조회하려고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적용한다.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밖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필요하다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새로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시도하면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스냅샷도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맞게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갱신한다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재조회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구분별로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묶어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합산한다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네트워크가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끊기면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불확실하면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성공·실패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명확하게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시도하면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동일한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재전송되면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ID를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만들지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변경만으로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재계산하지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US-007: 날짜별 기록 조회·수정·삭제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 포인트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8 </a:t>
            </a:r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4B5563"/>
                </a:solidFill>
              </a:rPr>
              <a:t>(제안)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선행 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US-006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관련 미결정 사항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화면에서 탐색할 수 있는 과거 날짜 범위, 최근 7일 밖 날짜 선택기의 정책, 저장 실패 시 임시 보존 기간과 재시도 동작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US-008: 식사 사진 한 장 첨부 — 조건부 범위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식사 기록을 나중에 시각적으로 확인하고 싶은 사용자로서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식사 기록에 사진 한 장을 보조 자료로 첨부하고 싶다.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그래서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음식명만으로 기억하기 어려운 기록을 다시 확인할 수 있다."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범위 상태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첨부는 회의 후반부에서 식사당 한 장을 포함하는 안으로 정리됐지만, 앞부분에는 제외 의견도 있었습니다.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핵심 검색·기록 기능을 우선하고, 사진 첨부는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여건이 될 때 5주 차까지 통합하는 조건부 범위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자동 사진 분석은 이 스토리에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인수 조건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US-008: 식사 사진 한 장 첨부 — 조건부 범위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633046"/>
                <a:gridCol w="2321169"/>
                <a:gridCol w="1477108"/>
                <a:gridCol w="379827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주어진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실행했을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저장되어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업로드는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업로드에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업로드만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실패했음을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이미지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파일은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스토리지에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업로드하기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전송하면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EXIF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민감한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보여준다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첨부하려고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오프라인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상태이면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업로드를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알리고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음식명·양·영양값을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추출하거나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US-008: 식사 사진 한 장 첨부 — 조건부 범위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 포인트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5 </a:t>
            </a:r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4B5563"/>
                </a:solidFill>
              </a:rPr>
              <a:t>(제안)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P2, 조건부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선행 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US-007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범위 중단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사진 기능으로 핵심 기록 검색·저장 흐름이나 일정이 밀리면 제외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관련 미결정 사항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최대 파일 크기, 이미지 압축 규칙, 저장 기간, 접근 주소 만료 방식, 사진 선택 권한 동작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에픽 6: 기록 기반 주간 리포트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US-009: 주간 리포트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식사 기록을 돌아보고 싶은 사용자로서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지난주 기록 일수와 기록된 날의 평균 영양값, 끼니 패턴을 확인하고 싶다.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그래서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완벽한 기록이나 목표 달성 여부를 평가받는 대신 내가 남긴 기록에서 패턴을 파악할 수 있다."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인수 조건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US-009: 주간 리포트 확인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30942"/>
                <a:gridCol w="2743200"/>
                <a:gridCol w="1769806"/>
                <a:gridCol w="31856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주어진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실행했을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지난주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월요일부터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일요일까지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미기록일을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기준”임을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유효했던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유효한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목표선이나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탄수화물·단백질·지방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있어요”를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그래프를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읽으면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좋음·나쁨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암시하는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그래프를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빈칸이나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0칼로리와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혼동하지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지난주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제공하려고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충분하지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단정적으로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보여주지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필요하다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스냅샷을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US-009: 주간 리포트 확인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783771"/>
                <a:gridCol w="2481943"/>
                <a:gridCol w="1306286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주어진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실행했을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않았으면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US-009: 주간 리포트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 포인트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8 </a:t>
            </a:r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4B5563"/>
                </a:solidFill>
              </a:rPr>
              <a:t>(제안)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선행 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US-006, US-007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관련 미결정 사항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지난주 비교를 허용할 최소 기록 기준, 끼니 패턴을 어떤 수치로 표현할지, 탄단지 합계와 평균의 화면별 표기 방식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에픽 7: 선택형 알림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US-010: 선택형 하루 한 번 기록 알림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기록 알림을 원하는 사용자로서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내가 동의한 경우 원하는 시간에 하루 한 번 알림을 받고 싶다.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그래서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알림을 원하지 않는 사용은 그대로 존중하면서 기록을 잊지 않도록 도움을 받을 수 있다."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인수 조건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US-010: 선택형 하루 한 번 기록 알림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54804"/>
                <a:gridCol w="2681555"/>
                <a:gridCol w="1664413"/>
                <a:gridCol w="33288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주어진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실행했을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실행했을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창을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즉시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띄우지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보내지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켜고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예약한다.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제안이며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필요하다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켜진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것처럼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끄거나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예약을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갱신하거나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취소하고,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그날의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건너뛴다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잠금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보이면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체중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켜지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거부했으면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관계없이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언제든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켜거나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US-010: 선택형 하루 한 번 기록 알림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 포인트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8 </a:t>
            </a:r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4B5563"/>
                </a:solidFill>
              </a:rPr>
              <a:t>(제안)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선행 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US-001, US-003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범위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MVP에는 매일 기록 알림만 포함합니다. 주간 리포트 알림은 제외합니다.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관련 미결정 사항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기본 시간인 저녁 8시의 최종 승인, 알림 시간 선택 단위, 운영체제 권한별 세부 동작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에픽 8: 개인정보와 사용자 통제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US-011: 제품 분석 선택 및 기록 내용 비수집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개인정보를 중요하게 여기는 사용자로서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제품 분석 수집 여부를 선택하고 음식 이름이나 영양 기록이 분석 도구로 전송되지 않도록 하고 싶다.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그래서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분석에 동의하지 않아도 앱 기능을 사용할 수 있고 식사 내용의 외부 노출을 줄일 수 있다."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인수 조건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US-011: 제품 분석 선택 및 기록 내용 비수집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30942"/>
                <a:gridCol w="2654710"/>
                <a:gridCol w="1858297"/>
                <a:gridCol w="31856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주어진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실행했을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받기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전이면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기록·검색·리포트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행동을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음식명·칼로리·체중·자유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메모를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행동을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측정하면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원문이나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있었는지만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모니터링을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수행하면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전송하면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진단에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플랫폼,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중심으로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보내고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메모를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호출하면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이용약관,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결합하지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US-011: 제품 분석 선택 및 기록 내용 비수집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 포인트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5 </a:t>
            </a:r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4B5563"/>
                </a:solidFill>
              </a:rPr>
              <a:t>(제안)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선행 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US-001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관련 미결정 사항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분석 도구와 푸시 업체, 국외 처리 여부, 분석 거부 설정의 제공 위치, 필수 보안 로그의 범위와 보관 기간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US-012: 계정 삭제와 연관 기록 삭제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서비스를 더 이상 이용하지 않으려는 사용자로서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앱 안에서 계정 삭제를 요청하고 계정과 연결된 식사 기록의 삭제 절차를 확인하고 싶다.
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그래서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고객센터에 별도로 연락하지 않고 내 데이터 삭제를 요청할 수 있다."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인수 조건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US-012: 계정 삭제와 연관 기록 삭제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19764"/>
                <a:gridCol w="2598821"/>
                <a:gridCol w="1992429"/>
                <a:gridCol w="311858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주어진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실행했을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연관된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알린다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토큰을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비활성화한다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연결되어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비동기로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걸릴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절차를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안내한다.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접수되면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남을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법무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고지한다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초기화하려고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초기화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찾으면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제공한다고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가정하지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초기화는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후보로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남긴다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다운로드를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결정해야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법무·개인정보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확정한다.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다운로드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요구사항으로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간주하지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US-012: 계정 삭제와 연관 기록 삭제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스토리 포인트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8 </a:t>
            </a:r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4B5563"/>
                </a:solidFill>
              </a:rPr>
              <a:t>(제안)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선행 스토리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US-001, US-006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관련 미결정 사항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삭제 처리 시간, 백업 만료 시점, 운영 로그 보관 기간, 데이터 사본 제공 방식, 재인증 요건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 사용자 시나리오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1: 목표 없이 시작해 첫 식사를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667265"/>
                <a:gridCol w="2001795"/>
                <a:gridCol w="4003589"/>
                <a:gridCol w="155695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행동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응답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관련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스토리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실행한다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보여준다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강제하지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단계로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디바운스를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돌아온다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먼저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보여주고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게이지를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숨긴다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1: 목표 없이 시작해 첫 식사를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완료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목표 설정을 건너뛰고 음식 한 건을 기록한 뒤 홈에서 저장된 기록을 확인할 수 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2: 검색 결과가 없어 음식 이름만 직접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633046"/>
                <a:gridCol w="2426677"/>
                <a:gridCol w="3692769"/>
                <a:gridCol w="14771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행동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응답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관련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스토리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보여준다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받고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사항으로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US-003,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2: 검색 결과가 없어 음식 이름만 직접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완료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검색 실패와 영양 정보 부재가 기록 흐름을 막지 않으며, 미입력 값을 0으로 오인하지 않는다.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3: 한 끼에 여러 음식 추가 후 기록 수정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705394"/>
                <a:gridCol w="2704011"/>
                <a:gridCol w="3174274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행동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응답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관련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스토리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점심에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보여준다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US-003,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잘못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갱신한다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남은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3: 한 끼에 여러 음식 추가 후 기록 수정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완료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한 식사 구분에 여러 항목을 추가하고 항목별 수정·삭제가 가능하다.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4: 주간 리포트에서 기록 패턴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609600"/>
                <a:gridCol w="2540000"/>
                <a:gridCol w="3657600"/>
                <a:gridCol w="1422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행동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응답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관련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스토리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지난주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간주하지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그래프를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미기록일은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목표선과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US-002,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4: 주간 리포트에서 기록 패턴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완료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사용자가 리포트의 기간, 기록 일수, 평균 계산 기준과 데이터 누락 여부를 오해하지 않는다.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5: 기록 알림을 선택적으로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715617"/>
                <a:gridCol w="2504661"/>
                <a:gridCol w="4293704"/>
                <a:gridCol w="71561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행동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응답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관련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스토리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막는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팝업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받기를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예약한다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그날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예약된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건너뛴다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켜져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보낸다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끈다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취소하거나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꺼진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5: 기록 알림을 선택적으로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완료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앱 내 명시적 선택과 운영체제 권한을 구분하며, 알림을 원하지 않는 사용자의 앱 이용을 막지 않는다.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6: 계정 삭제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726141"/>
                <a:gridCol w="2420471"/>
                <a:gridCol w="4356847"/>
                <a:gridCol w="7261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행동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응답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관련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스토리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절차를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접수하고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기록·사진의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맞게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안내한다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US-012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시나리오 6: 계정 삭제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완료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사용자가 앱 안에서 계정 삭제를 요청할 수 있고, 처리 범위와 미완료 정책을 확정된 사실처럼 안내하지 않는다.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 비기능 요구사항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96291"/>
                <a:gridCol w="3366655"/>
                <a:gridCol w="33666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요구사항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플랫폼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React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Native를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플랫폼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운영체제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Android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16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제안값으로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언급됐으나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보급률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근거와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지연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디바운스를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적용하기로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논의함.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300밀리초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350밀리초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합의된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응답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대부분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제시됐으나,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성능과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측정,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유지·로딩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표시·재시도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신뢰성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분명히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보존하며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네트워크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중단·재전송·중복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일관성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마스터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수집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음식명·칼로리·체중·자유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메모를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속성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계약·처리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보호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항목·목적·보유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기간·위탁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업체·국외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여부·탈퇴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법무·개인정보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전송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보호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HTTPS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민감한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남지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접근성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색상만으로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표현하지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깨지지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읽을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크기·색상·보조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기술을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 비기능 요구사항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175657"/>
                <a:gridCol w="3526971"/>
                <a:gridCol w="352697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요구사항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복구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암호화와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시나리오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모니터링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오류율·응답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시간·저장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실패율을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모니터링하며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민감한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페이로드는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비용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통제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사용량별로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호출량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알림·한도를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견적,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시나리오,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심사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논의됐으며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공개일은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권한·제출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자료·심사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품질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95%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치명적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크래시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세션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99%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측정.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표본이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제한적일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있으므로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관찰을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사용성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지표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이탈,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비율,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프로토타입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간주하지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미결정 항목 및 후속 확인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62582"/>
                <a:gridCol w="2916820"/>
                <a:gridCol w="375019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시점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화요일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금요일까지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샘플·계약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화요일까지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미정이면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위험으로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전문가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화요일까지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금요일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영향과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재논의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의견과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의견이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존재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여건이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디바운스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300밀리초와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350밀리초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언급됨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기술·사용성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언급됨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후반부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제시됐으나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요구사항에서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전문가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보급률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법무·개인정보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미결정 항목 및 후속 확인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79373"/>
                <a:gridCol w="1334530"/>
                <a:gridCol w="511569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시점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완료 정의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스토리가 완료된 것으로 보려면 다음을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해당 스토리의 모든 인수 조건을 확인했다.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정상 상태뿐 아니라 검색 결과 없음, 네트워크 오류, 저장 실패 등 해당 스토리의 예외 상태를 시험했다.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기록 수정·삭제 이후 홈과 리포트에 결과가 반영되는지 확인했다.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음식명·칼로리·체중·자유 입력 메모가 로그와 분석 이벤트에 포함되지 않는지 확인했다.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외부 식품 API 호출에 사용자 식별자나 기록 데이터가 포함되지 않는지 확인했다.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필요한 자동 시험을 작성하고 실행했으며, 핵심 계산 로직의 시험 결과를 확인했다.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완료 정의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통합 흐름을 확인했다. 회의에서 논의된 주요 항목은 가입, 식사 생성·수정·삭제, 푸시 토큰 등록, 계정 삭제다.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주요 경로를 iOS와 안드로이드에서 확인했다.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주요 화면의 글자 크기, 색상 외 상태 구분, 버튼 이름을 확인했다.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디자인과 문구가 ‘기록된 내용 기준’ 및 영양 정보 참고값 원칙에 맞는지 검토했다.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데이터 삭제, 백업, 오류 처리에 해당하는 운영 절차가 필요한 경우 문서화했다.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제품 분석 동의 여부와 무관하게 핵심 앱 기능이 동작하는지 확인했다.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완료 정의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"시험 범위와 자동 시험 비율은 회의에서 확정되지 않았습니다. 일정과 개발 여건을 고려해 팀에서 정해야 합니다."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 준비 정의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스토리를 개발에 착수할 준비가 된 상태로 보려면 다음을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사용자가 누구이며 어떤 가치를 얻는지 설명할 수 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스토리가 INVEST 원칙에 맞도록 충분히 작고 검증 가능하다.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인수 조건의 정상 흐름과 주요 예외 흐름이 Given-When-Then 형식으로 작성돼 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선행 스토리와 외부 의존성이 확인돼 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화면이 필요한 경우 디자인 초안 또는 상태별 화면 목록이 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외부 API가 필요한 경우 응답 필드, 라이선스, 호출 조건, 비용, 캐시 조건을 확인했거나 임시 개발 데이터 사용 방식을 합의했다.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 준비 정의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개인정보를 다루는 경우 수집 항목과 목적, 저장 위치, 외부 전달 여부를 확인했다.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미확정 정책을 확정 요구사항처럼 구현하지 않도록 상태와 결정 시점을 표시했다.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스토리 포인트를 제안 추정값과 팀의 최종 추정값으로 구분했다.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로그인 방식, 자동 목표, 사진 첨부처럼 범위에 영향을 주는 항목의 결정 책임과 마감 시점을 확인했다.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 작성 완료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266944"/>
                <a:gridCol w="29626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충족: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12개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스토리에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역할·원하는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기능·목적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충족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스토리에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Given-When-Then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충족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포인트와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우선순위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충족.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추정값으로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에픽별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그룹화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충족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충족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페르소나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충족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시나리오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충족: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요구사항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충족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결정·제안·미결정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충족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상충한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사진·알림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충족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88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2026-10-06T12:35:25Z</dcterms:created>
  <dcterms:modified xsi:type="dcterms:W3CDTF">2026-10-06T12:35:25Z</dcterms:modified>
</cp:coreProperties>
</file>