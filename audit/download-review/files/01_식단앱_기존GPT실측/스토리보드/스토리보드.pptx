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문서명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작성일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작성자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UX디자인팀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서비스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쉽게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이어가도록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중립적으로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"근거와 미정 항목 구분: 회의에서 정리된 기능과 표현 원칙을 반영했습니다. 나이, 직업, 생활 환경 등 개인 사용자 정보가 회의에서 정해지지 않은 경우에는 가정 또는 추정 필요로 표시했습니다. 실제 사용자 조사로 확인되지 않은 생각과 감정은 스토리보드 작성을 위한 가상 예시입니다.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범위 확인: 회의 초반에는 사진 첨부를 제외하는 의견이 있었으나, 회의 후반에는 식사당 사진 한 장 첨부를 MVP에 포함하고 핵심 기록 기능과 분리해 5주 차까지 개발 여건을 확인하는 방향으로 정리됐습니다. 따라서 이 문서는 후반의 합의 내용을 기준으로 사진 한 장 첨부는 조건부 범위, 사진 자동 인식은 MVP 필수 범위에서 제외로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첨부의 통합 시점과 최종 구현 여부는 확인이 필요합니다."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변경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1418897"/>
                <a:gridCol w="5108028"/>
                <a:gridCol w="8513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UX디자인팀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사용자 페르소나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"회의에서 명시적으로 정한 주요 대상은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식단 기록을 부담스러워하거나 입력이 귀찮아 기록을 중단한 경험이 있는 국내 일반 사용자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아래 이름, 연령, 직업, 가족 관계, 소득 수준과 일일 루틴은 이해를 돕기 위한 가상 설정이며, 실제 인터뷰를 통해 확인해야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1: 기록을 다시 시작하고 싶은 직장인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83363"/>
                <a:gridCol w="60462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김민지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사무직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직장인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스마트폰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일상적으로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꾸준히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동안의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해보려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했지만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그만둔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길어짐.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쉬움.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평가받는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느낌을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빠르게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인구통계학적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특성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페르소나.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접근성·기기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스마트폰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1: 기록을 다시 시작하고 싶은 직장인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일일 루틴 — 가상 시나리오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오전 8시: 출근 준비 중 아침 식사를 하지만, 바쁘면 기록을 미룸.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오후 12시: 점심을 먹은 뒤 앱을 열더라도 여러 음식 항목을 하나씩 넣어야 하면 기록을 중단할 수 있음.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오후 6시~9시: 퇴근 후 하루 동안 먹은 음식을 떠올려 기록하려고 함. 기록 알림을 켜기로 선택한 경우에만 설정한 시간에 일반적인 안내를 받음.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주말: 지난주 리포트를 열어 기록한 날 수와 기록한 날 기준 평균 영양값을 확인함.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2: 목표보다 식사 패턴을 먼저 살펴보려는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83363"/>
                <a:gridCol w="60462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이준호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연령대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페르소나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스마트폰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몸무게나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키·체중·나이·성별을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요구받으면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망설일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초과·미달을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건너뛰기,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인구통계학적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특성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사용자라는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지역,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접근성·기기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키워도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깨지지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사항은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2: 목표보다 식사 패턴을 먼저 살펴보려는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일일 루틴 — 가상 시나리오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오전: 앱을 처음 열고 목표 없이 시작하기를 선택함.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점심: 검색 결과가 없으면 직접 입력으로 음식명을 저장함. 영양값을 모르면 비워둠.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저녁: 기록 알림을 켜지 않았더라도 앱 사용에는 제한이 없음.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주말: 주간 리포트에서 기록 일수와 끼니별 기록 패턴을 확인함. 기록이 없는 날짜는 0으로 오해하지 않도록 빈칸이나 점선 등으로 표시됨.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3: 반복 입력을 줄이고 싶은 식단 앱 중단 경험자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83363"/>
                <a:gridCol w="60462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박서연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연령대로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스마트폰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먹는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느껴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반복해서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먹는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비슷해도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확신하기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인구통계학적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특성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연령·직업·가구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형태는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사람뿐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쓰다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사람도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접근성·기기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3: 반복 입력을 줄이고 싶은 식단 앱 중단 경험자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일일 루틴 — 가상 시나리오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오전: 평소 반복해 먹는 음식을 앱에서 즐겨찾기 또는 최근 기록으로 다시 선택함.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점심: 음식 여러 개를 같은 식사 구분에 차례로 추가하고, 각 항목이 저장되는 것을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오후: 네트워크 오류가 나면 검색어 또는 입력 내용이 유지되는지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주말: 주간 리포트에서 기록한 날과 끼니별 패턴을 확인함.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시나리오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앱을 시작하고 첫 식사를 기록하기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63035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시나리오명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건너뛰고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페르소나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이준호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필요하며,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2: 여러 음식으로 한 끼를 기록하고 저장 상태 확인하기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63035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시나리오명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페르소나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김민지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밥·국·반찬처럼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탭은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3: 지난주 기록을 중립적인 리포트로 확인하기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63035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시나리오명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페르소나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김민지,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이준호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4: 검색 실패 또는 저장 실패에도 기록을 이어가기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63035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시나리오명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없음·통신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페르소나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박서연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잃지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검색했으나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저장하거나,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분명히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난이도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스토리보드 시트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"표정과 생각은 실제 조사 결과가 아니라 사용 경험을 구체적으로 그리기 위한 가상 예시입니다. 화면 요소는 회의에서 합의된 원칙과 기능을 중심으로 작성했으며, 세부 배치와 문구는 디자인 검토 대상입니다."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1: 기록을 포기했던 경험을 떠올림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점심 식사를 마친 사용자가 휴대전화에서 식단 기록 앱을 열었다가, 여러 음식을 하나씩 입력해야 하는 화면을 보고 망설입니다. 음식 이름과 양을 정확히 모르는 상황에서 입력이 번거롭게 느껴져 기록을 미루거나 중단한 경험이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1: 기록을 포기했던 경험을 떠올림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사무실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휴대전화를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바라봄.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떠올리려다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잠시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멈춤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입력하려다가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닫거나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“밥이랑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반찬을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적으려면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너무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걸릴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같은데.”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😟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피로.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마음은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입력량에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압도됨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늘어남.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완성하기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변화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미루거나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1: 기록을 포기했던 경험을 떠올림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요소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현재 화면: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기존에 사용하던 식단 앱 또는 수기 메모 화면 — 실제 사용 앱과 화면은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문제 요소: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한 끼를 음식별로 기록하는 수고, 영양값을 알고 입력해야 할 것 같은 부담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스토리보드 제안: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이 장면에서는 신규 앱의 기능을 보여주기보다, 기록 부담이 발생하는 순간을 시각화합니다.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2: 기록을 그만둔 이유를 돌아봄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과거에 식단 앱을 사용하다 중단했던 경험을 떠올립니다. 정확한 기록을 위해 음식과 양을 계속 입력해야 했고, 검색 결과가 없거나 식사 구성이 복잡하면 기록을 끝내기 어려웠습니다.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2: 기록을 그만둔 이유를 돌아봄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842953"/>
                <a:gridCol w="53866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퇴근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휴대전화의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떠올리는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편하게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앉아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살펴보거나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설치할지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고민함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멈춘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떠올리고,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되짚음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“처음엔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해보려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했는데,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힘들어서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멈췄지.”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아쉬움과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망설임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장애물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번거로움,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근거에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이유”를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묻기로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3: 앱을 알게 되어 기록 부담을 비교함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식단을 기록하기 쉽게 돕는 앱을 발견했다고 가정합니다. 광고나 특정 추천 경로는 회의에서 정해지지 않았으므로, 이 장면은 앱 이름이나 유입 경로를 정하지 않은 상태의 가상 진입 장면입니다.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3: 앱을 알게 되어 기록 부담을 비교함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살펴보거나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지인에게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이야기를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듣는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관심을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갖지만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이번에는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있을까?”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조심스러운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트리거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경로는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광고,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순위를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관심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완화,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미해결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3: 앱을 알게 되어 기록 부담을 비교함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접점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스토어 소개와 화면 미리보기: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지인 소개 또는 검색을 통한 발견: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가정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광고·SNS 유입 경로: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회의에서 정하지 않음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4: 기록 중심의 서비스 가치를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앱 소개 화면에서 핵심 기능을 살펴봅니다. 칼로리를 정확하게 측정하거나 전문 상담을 제공한다고 약속하는 것이 아니라, 음식을 검색하거나 직접 입력해 기록하고 나중에 다시 확인할 수 있다는 점을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4: 기록 중심의 서비스 가치를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훑어보며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있네.”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관심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의문점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4: 기록 중심의 서비스 가치를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흐름 — 제안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앱이 제공하는 핵심 경험 확인: 식사를 쉽게 기록하고 기록된 내용을 다시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영양 정보가 추정·참고값임을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목표 없이 시작할 수 있다는 점과 개인정보 처리 안내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시작 동작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"결제 화면은 MVP에 포함하지 않습니다. 무료 베타의 안내 범위와 외부 공개 문구는 별도로 확인해야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5: 가입하거나 앱을 시작하는 방법을 선택함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앱을 시작하려 하지만, 계정 생성이 먼저 필요한지 궁금해합니다. 게스트 시작과 이메일·애플·구글 인증이 논의됐으나 최종 방식은 확정되지 않았으므로, 화면 구성과 실제 선택지는 정책 확정 후 결정해야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5: 가입하거나 앱을 시작하는 방법을 선택함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고민함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가운데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“회원가입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걸리지는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않을까?”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😊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장벽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이탈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가능성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제기됨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이메일·애플·구글을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카카오는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우선순위로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있었음.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5: 가입하거나 앱을 시작하는 방법을 선택함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요소 — 검토 대상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입력 항목: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확정된 로그인 방식에 따라 결정. 임의로 이메일·비밀번호 입력 화면을 확정하지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시작 동작: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계정 없이 시작을 제공할지 미정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동의 항목: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서비스 이용약관, 개인정보 처리 동의, 푸시 알림 수신 선택을 구분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선택 동의: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미리 선택하지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문의 경로: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로그인 실패 화면에 웹 문의 주소를 제공하는 방향으로 정리됨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로그인·게스트 데이터 병합: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정책과 구현 범위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6: 목표 없이 온보딩을 마침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앱에서 기록을 시작하는 방법을 확인합니다. 신체 정보를 입력하거나 목표를 설정하지 않아도 다음 단계로 갈 수 있고, 식사 습관 확인·체중 목표 설정·목표 없이 기록 선택지는 비슷한 위계로 제공하는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6: 목표 없이 온보딩을 마침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익히는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중이며,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“지금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있네.”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😊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학습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난이도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학습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키·체중·나이·성별을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끝나기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6: 목표 없이 온보딩을 마침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온보딩 단계 — 화면 구성안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앱의 목적: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식사를 기록하고 기록된 내용을 다시 확인하는 앱임을 설명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시작 방식: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식사 습관 확인, 체중 목표 설정, 목표 없이 기록 중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알림 선택: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기록 알림을 받을지 선택. 기본값은 꺼짐이며, 실제 운영체제 권한 요청은 사용자가 알림을 켜기로 했을 때 진행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홈 이동: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목표 설정 여부와 관계없이 기록 흐름 이용 가능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7: 음식 검색과 직접 입력으로 첫 식사를 기록함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홈에서 식사 구분을 선택한 뒤 음식을 추가합니다. 검색 결과가 있으면 직접 확인해 선택하고, 결과가 없거나 외부 API가 실패하면 직접 입력으로 전환합니다. 음식명만으로도 저장할 수 있으며 영양 정보는 참고값으로 다룹니다.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7: 음식 검색과 직접 입력으로 첫 식사를 기록함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시각은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얼마나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간단한지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검색·최근·즐겨찾기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양·날짜·구분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“찾는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되는구나.”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조심스러움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성취감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향상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지점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몰라도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인정하고,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앞선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이상·약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7: 음식 검색과 직접 입력으로 첫 식사를 기록함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구성안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홈: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오늘 날짜, 오늘의 기록 상태, 끼니별 항목과 기록 추가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음식 추가: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검색·최근·즐겨찾기·직접 입력 경로. 기본 탭은 미확정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검색 결과: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음식 이름, 가능한 경우 제공량·영양값·출처 표시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양 조절: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검색 데이터에 기준 제공량이 있으면 표시하고 배수로 조정. 직접 입력은 1회분 기본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저장 상태: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저장 중·완료·실패를 구분. 실패 시 입력값을 유지하고 재시도 안내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제외 범위: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메모, 그램 환산, 자유 형식 단위 입력, 사진 자동 인식, 바코드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8: 여러 음식 항목을 저장하고 홈에서 기록을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밥과 반찬처럼 여러 음식 항목을 한 식사 구분에 추가합니다. 항목별로 즉시 저장되며, 같은 날짜와 식사 구분의 항목은 함께 합산해 홈에서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8: 여러 음식 항목을 저장하고 홈에서 기록을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사무실에서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휴대전화로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마무리하는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완성하지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되는구나.”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낮아지고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가까워짐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성취감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향상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지점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나가서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사라지는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즉시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세션이나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묶음은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8: 여러 음식 항목을 저장하고 홈에서 기록을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요소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구분별 음식 항목 목록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각 항목의 음식명·양·가능한 영양값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구분별 합계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수정·삭제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음식에 대한 정보 없음 표시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성공·실패 상태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9: 주간 리포트에서 기록된 내용을 다시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한 주가 지난 뒤 사용자는 주간 리포트를 엽니다. 리포트는 한국 시간 기준으로 끝난 주를 ‘지난주’로 보여주며, 기록한 날짜 수와 기록한 날 기준 평균 영양값, 끼니별 기록 패턴을 중심으로 구성합니다.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9: 주간 리포트에서 기록된 내용을 다시 확인함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요일·장소는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형태로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쌓였는지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거구나.”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😊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낮아짐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성취감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효용성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점수·좋음/나쁨·실패를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암시하는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9: 주간 리포트에서 기록된 내용을 다시 확인함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요소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‘지난주’ 기간 표시: 한국 시간 기준 월요일부터 일요일까지의 완료된 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7일 중 기록한 일수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기록된 날 기준 평균 칼로리와 영양값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설정된 경우에만 목표 비교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끼니별 기록 패턴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날짜의 빈칸·점선 등 미기록 표시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9: 주간 리포트에서 기록된 내용을 다시 확인함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일부 영양 정보 누락 안내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없을 때 부담을 주지 않는 안내와 기록 추가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비교는 데이터가 충분한 경우에만 제공. 최소 기록 기준은 미정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10: 검색·저장 오류가 있어도 기록을 잃지 않음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묘사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음식을 검색하는 도중 네트워크가 끊기거나 저장에 실패합니다. 앱은 검색 오류와 결과 없음 상태를 구분하고, 입력값을 유지하며 최근 음식·즐겨찾기·직접 입력 또는 재시도 경로를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분석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10: 검색·저장 오류가 있어도 기록을 잃지 않음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안정적이지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장소는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않았을까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걱정하며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생각·대사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“검색이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돼도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저장됐는지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좋겠다.”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😟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닫히거나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사라질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난이도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10: 검색·저장 오류가 있어도 기록을 잃지 않음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UI 요소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검색어를 유지하는 검색창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로딩 표시와 재시도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검색 오류의 서로 다른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입력으로 이어지는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중·완료·실패 표시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시 입력값 유지와 재시도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장면 10: 검색·저장 오류가 있어도 기록을 잃지 않음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음식명이나 영양 정보가 로그에 자동 첨부되지 않도록 하는 처리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사용자 여정 지도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79549"/>
                <a:gridCol w="1043189"/>
                <a:gridCol w="1159099"/>
                <a:gridCol w="1159099"/>
                <a:gridCol w="1332963"/>
                <a:gridCol w="1390918"/>
                <a:gridCol w="15647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인지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탐색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고려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재방문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발견하는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소개·스토어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시작·인증·온보딩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불편을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로그인·목표·개인정보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있을까?”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“모르는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있나?”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있나?”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“검색이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돼도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되나?”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보여주는구나.”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감정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조심스러운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개인정보·가입에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강요받지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😊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형성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포인트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불명확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방식·신체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길거나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평균·미기록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분명히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지속,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‘기록된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기준’과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분명히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기준값과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감정 곡선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2814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감정 곡선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60786"/>
                <a:gridCol w="1560786"/>
                <a:gridCol w="51080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감정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😟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부담·아쉬움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번거롭고,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걱정함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조심스러운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명확해짐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불명확할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😊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정확성과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살펴봄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🙂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성취와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감정 점수 변화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"아래 점수는 실제 조사 결과가 아니라 스토리보드의 감정 흐름을 설명하기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가상 척도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감정 점수 변화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65684"/>
                <a:gridCol w="1732547"/>
                <a:gridCol w="43313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감정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점수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찾으려는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강요받지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편의성을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UI 시나리오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시작해 첫 기록 남기기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화면별 상세 흐름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앱을 처음 실행함.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시작 화면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앱의 핵심 목적을 확인함: 식사를 쉽게 기록하고 기록된 내용을 다시 확인.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동의 화면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서비스 이용약관과 개인정보 처리 안내를 확인함. 푸시 선택은 약관 동의와 분리됨.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계정 화면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확정된 인증 또는 게스트 방식이 제공되면 원하는 방식을 선택함. 실제 선택지는 계정 정책 확정 후 결정.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온보딩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식사 습관 확인·체중 목표 설정·목표 없이 기록 중 하나를 선택함.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시작해 첫 기록 남기기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사용자가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목표 없이 기록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선택함. 키·체중·나이·성별을 필수로 입력하지 않음.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앱이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으로 이동함. 오늘 기록 상태와 식사 구분별 기록 동작을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사용자가 식사 구분을 선택하고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음식 추가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화면으로 이동함.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검색·최근·즐겨찾기·직접 입력 중 하나를 선택함. 기본 탭은 미확정.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10. 사용자가 음식을 선택하거나 직접 음식명을 입력함. 영양값이 없더라도 저장 가능.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11. 사용자가 양과 식사 구분을 확인하고 저장함.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저장 완료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와 홈의 기록 반영 여부를 확인함.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시작해 첫 기록 남기기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전환 수: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정확한 수는 화면 설계 이후 산정 필요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예상 소요 시간: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확정된 시간 기준 없음. 첫 실행 후 첫 기록을 2분 안에 완료하는 비율 75% 이상은 회의에서 검증 가설로 제시됐으나, 후속 논의에서는 베타 지표의 수치 목표를 미리 고정하지 않고 기준선을 확보하기로 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2: 여러 음식 항목을 한 식사 구분에 기록하기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홈에서 기록 날짜를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아침·점심·저녁·간식 중 해당 식사 구분을 선택함.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음식 추가 화면에서 검색을 하거나 최근 기록·즐겨찾기를 선택함.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검색 결과가 있으면 사용자가 직접 항목을 고름. 앱은 부정확한 결과를 자동 선택하지 않음.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검색 데이터에 기준 제공량이 있으면 표시하고, 사용자가 배수로 양을 조정함.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사용자가 항목을 저장함. 각 항목은 개별 저장됨.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같은 식사 구분에 음식이 더 있으면 추가로 기록함.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2: 여러 음식 항목을 한 식사 구분에 기록하기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홈에서 같은 날짜와 식사 구분의 항목 목록과 합계를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영양 정보가 없는 음식은 기록 목록에 남고, 해당 영양소 합계에서는 제외됨.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10. 필요하면 기록을 수정하거나 개별 삭제함.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전환 수: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설계 확정 후 산정 필요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예상 소요 시간: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확정된 기준 없음. 기록 완료 시간을 베타에서 관찰·측정할 계획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3: 주간 리포트를 확인하고 기록을 이해하기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주간 리포트 화면을 엶.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앱이 한국 시간 기준으로 완료된 주의 기록을 불러옴.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사용자가 7일 중 기록한 일수를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기록이 있는 날 기준으로 계산한 평균 칼로리와 영양값을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목표를 설정한 경우에만 해당 기간에 적용되는 목표와 비교함.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끼니별 기록 패턴을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기록이 없는 날은 0이 아닌 빈칸이나 점선 등으로 확인함.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3: 주간 리포트를 확인하고 기록을 이해하기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일부 음식 정보가 없으면 영양소별 합계가 달라질 수 있다는 안내를 확인함.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데이터가 충분한 경우에만 보조 비교가 표시됨. 비교를 위한 최소 기록 기준은 미정.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전환 수: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정확한 수는 설계 후 산정 필요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예상 소요 시간: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확정된 기준 없음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4: 검색 결과 없음 또는 저장 오류에서 복구하기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음식 검색어를 입력함.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앱이 검색 요청을 보내고 검색 결과·결과 없음·오류 상태를 구분함.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검색 결과가 없으면 직접 입력을 안내함.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외부 API 오류나 네트워크 오류면 검색어를 유지하고 재시도 또는 직접 입력을 제공함.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사용자가 직접 음식명을 입력함. 영양 정보는 선택 입력.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저장이 실패하면 입력 내용을 유지하고 실패 상태를 표시함.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사용자가 재시도를 선택함.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4: 검색 결과 없음 또는 저장 오류에서 복구하기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요청 ID를 사용해 중복 저장을 방지하는 방향을 검토함.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저장 성공 여부가 확인된 뒤에만 기록을 완료 상태로 표시함.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전환 수: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정확한 수는 설계 후 산정 필요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복구 정책: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임시 보존 범위와 재시도 방식은 기술 난이도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페인 포인트 분석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46567"/>
                <a:gridCol w="2296633"/>
                <a:gridCol w="1148316"/>
                <a:gridCol w="2232837"/>
                <a:gridCol w="21052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포인트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키·체중·나이·성별을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신뢰·안전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일으킬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압박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없음·오류를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공급자·계약·국내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커버리지·검색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비슷한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못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늘어남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UI와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손실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즉시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저장됐는지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불분명하거나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사라질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중·완료·실패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유지·재시도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혼동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페인 포인트 분석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44843"/>
                <a:gridCol w="2520778"/>
                <a:gridCol w="1037968"/>
                <a:gridCol w="2669059"/>
                <a:gridCol w="15569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포인트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평균이라고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불완전함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누락률과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거부·신뢰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식단·프로필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조건·해외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처리·위탁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불명확할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시간·법적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깨지거나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기회 요소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6517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효과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동등한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낮추고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중·완료·실패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향상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쉬움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압박을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일수·기록한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평균·끼니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중립적인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달성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오해할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편의성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기회 요소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3291840"/>
                <a:gridCol w="2962656"/>
                <a:gridCol w="987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효과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최소화,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내용·몸무게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쓰다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맥락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인터뷰·관찰을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메트릭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"베타 지표는 우선 사용 현황의 기준선을 확보하기 위한 것입니다. 후속 논의에서 사전에 수치 목표를 고정하기보다, 적은 표본에서 발생할 수 있는 편차를 고려해 인터뷰와 관찰 결과를 함께 보자는 방향이 정리됐습니다. 회의에서 나온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첫 실행 후 첫 기록을 2분 이내 완료하는 비율 75% 이상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은 검증 가설로 제시됐으나, 확정 KPI로 간주하지 않습니다."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메트릭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94787"/>
                <a:gridCol w="723481"/>
                <a:gridCol w="3255666"/>
                <a:gridCol w="32556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목표·해석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완료까지의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검색어·음식명은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음식명·영양값은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실패·중복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코드·요청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있었으나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계획은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버전·플랫폼·오류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메트릭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17600"/>
                <a:gridCol w="812800"/>
                <a:gridCol w="3352800"/>
                <a:gridCol w="294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목표·해석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선택·허용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불이익이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분석 수집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선택적 제품 분석을 거부해도 식사 기록 기능은 정상적으로 동작해야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이벤트에는 가입 완료, 목표 설정 여부, 첫 기록, 검색 실행, 검색 결과 유무, 직접 입력, 리포트 열람 등 필요한 행동 정보만 포함하는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음식명, 칼로리, 몸무게, 자유 입력 메모, 사용자 이메일은 제품 분석 도구로 보내지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보안·장애 대응용 최소 로그는 제품 분석과 분리하며, 수집 항목과 보관 정책은 개인정보 담당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분석 수집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API에는 검색어만 전달하는 방향이며 사용자 식별자·기록 날짜·기록 데이터는 보내지 않습니다. 검색어의 보관 조건과 외부 처리 고지는 공급자 계약 및 법무 검토가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사용자 페르소나를 3개 작성했습니다. 회의에서 정하지 않은 인구통계와 행동은 가정 또는 확인 필요로 구분했습니다.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시나리오를 4개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장면을 10개 작성하고 각 장면에 배경, 사용자 상태, 행동, 생각·대사, 감정, 페인 포인트 또는 성취 요소를 포함했습니다.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각 장면의 감정 변화와 전체 감정 곡선을 정리했습니다.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목표 없이 시작하기, 검색·직접 입력, 여러 음식 기록, 주간 리포트, 검색·저장 오류 대응을 반영했습니다.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MVP에서 제외된 사진 자동 인식, 바코드, 공유, 전문가 상담, 결제 기능을 출시 확정 기능처럼 다루지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사진 첨부에 관한 회의 내부의 상이한 논의를 표시하고, 회의 후반의 식사당 한 장 첨부 방향을 조건부 범위로 반영했습니다.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로그인 방식, 검색 기준값, 자동 칼로리 목표, 오프라인 임시 보존, 주간 비교 기준 등 미정 항목을 확정 사실과 분리했습니다.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회의에서 나온 검증 가설과 실제 확정 KPI를 구분했습니다.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2026-10-06T12:39:49Z</dcterms:created>
  <dcterms:modified xsi:type="dcterms:W3CDTF">2026-10-06T12:39:49Z</dcterms:modified>
</cp:coreProperties>
</file>